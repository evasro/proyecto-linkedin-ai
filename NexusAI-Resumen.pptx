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457200"/>
            <a:ext cx="4114800" cy="4114800"/>
          </a:xfrm>
          <a:prstGeom prst="ellipse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1097280"/>
            <a:ext cx="2743200" cy="2743200"/>
          </a:xfrm>
          <a:prstGeom prst="ellipse">
            <a:avLst/>
          </a:prstGeom>
          <a:solidFill>
            <a:srgbClr val="38BDF8">
              <a:alpha val="8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SAAS · IA PARA EQUIPOS B2B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NexusAI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SaaS de Prospección B2B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Inteligencia Artificial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388620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 tu LinkedIn. Escala tus ventas.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es NexusAI?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09728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64008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362456"/>
            <a:ext cx="402336" cy="40233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362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1307592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SaaS omnicanal (LinkedIn + Email) para prospección B2B automatizada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039112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39112"/>
            <a:ext cx="64008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2167128"/>
            <a:ext cx="402336" cy="40233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167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07008" y="2112264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"Human-in-the-Loop": la IA trabaja, el humano tiene el control final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843784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843784"/>
            <a:ext cx="64008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2971800"/>
            <a:ext cx="402336" cy="40233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2971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07008" y="2916936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flujos de trabajo programados con inteligencia artificial en etapas críticas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648456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648456"/>
            <a:ext cx="64008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3776472"/>
            <a:ext cx="402336" cy="40233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776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07008" y="3721608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Diseñado para equipos de marketing y ventas B2B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Módulos Clave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109728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420624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54864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0607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" y="135331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y métricas generales en tiempo real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20624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005840"/>
            <a:ext cx="54864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0607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19472" y="135331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Secuencias de prospección B2B automatizadas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938528"/>
            <a:ext cx="420624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938528"/>
            <a:ext cx="54864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199339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Inbox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0352" y="228600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Bandeja unificada LinkedIn + Email con IA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938528"/>
            <a:ext cx="420624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1938528"/>
            <a:ext cx="54864" cy="7498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199339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Pipeline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19472" y="228600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Kanban: Nuevos → Contactados → Reunión Agendada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871216"/>
            <a:ext cx="420624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871216"/>
            <a:ext cx="54864" cy="7498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29260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0352" y="321868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y programación automática de contenido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871216"/>
            <a:ext cx="420624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2871216"/>
            <a:ext cx="54864" cy="7498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29260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IA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19472" y="321868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y configuración de prompts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514600" y="3803904"/>
            <a:ext cx="420624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14600" y="3803904"/>
            <a:ext cx="54864" cy="7498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79192" y="38587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679192" y="415137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 diarios, seguridad y gestión de cuenta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Campañas: Secuencias Inteligentes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28016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1463040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14630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20240" y="1481328"/>
            <a:ext cx="246888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67128" y="1143000"/>
            <a:ext cx="1463040" cy="7772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67128" y="1143000"/>
            <a:ext cx="14630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día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30168" y="1481328"/>
            <a:ext cx="246888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77056" y="1143000"/>
            <a:ext cx="1463040" cy="7772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77056" y="1143000"/>
            <a:ext cx="14630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+ IA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40096" y="1481328"/>
            <a:ext cx="246888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86984" y="1143000"/>
            <a:ext cx="1463040" cy="7772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86984" y="1143000"/>
            <a:ext cx="14630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días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50024" y="1481328"/>
            <a:ext cx="246888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96912" y="1143000"/>
            <a:ext cx="1463040" cy="777240"/>
          </a:xfrm>
          <a:prstGeom prst="rect">
            <a:avLst/>
          </a:prstGeom>
          <a:solidFill>
            <a:srgbClr val="172554"/>
          </a:solidFill>
          <a:ln w="12700">
            <a:solidFill>
              <a:srgbClr val="1725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96912" y="1143000"/>
            <a:ext cx="14630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286000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21945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URL de búsqueda filtrada de LinkedIn o Sales Navigator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2944368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28529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visual de flujos con nodos personalizables y esperas configurables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602736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51129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lee el perfil del lead y personaliza cada mensaje automáticamente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4261104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169664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Activación granular de IA: se activa solo en los nodos específicos del flujo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Inbox &amp; CRM Pipeline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74904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4023360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INBOX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3657600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08760"/>
            <a:ext cx="54864" cy="7498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581912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 mensajes de LinkedIn y correos en un solo lugar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3657600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468880"/>
            <a:ext cx="54864" cy="7498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542032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visuales: mensaje humano vs. mensaje IA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429000"/>
            <a:ext cx="3657600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429000"/>
            <a:ext cx="54864" cy="7498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502152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Kill-Switch por hilo: "Pausar IA" cuando el vendedor toma el control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914400"/>
            <a:ext cx="4023360" cy="374904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914400"/>
            <a:ext cx="4023360" cy="43891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91440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PIPELINE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0" y="1490472"/>
            <a:ext cx="3566160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149047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0" y="2103120"/>
            <a:ext cx="3566160" cy="47548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210312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Contactados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0" y="2715768"/>
            <a:ext cx="356616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271576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Respondieron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0" y="3328416"/>
            <a:ext cx="3566160" cy="4754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3328416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Agendada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029200" y="3941064"/>
            <a:ext cx="3566160" cy="4754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3941064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Perdidos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4632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 automático de leads según respuestas detectadas por IA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Tecnológico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9144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78992"/>
            <a:ext cx="411480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789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42646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· React 19 · TypeScript · Tailwind CSS 4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00600" y="1078992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078992"/>
            <a:ext cx="4114800" cy="2926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0789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142646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 · Auth.js (NextAuth v5)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267712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267712"/>
            <a:ext cx="411480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2677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Scraping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261518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· playwright-stealth · BeautifulSoup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00600" y="2267712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2267712"/>
            <a:ext cx="411480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2677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Cerebro IA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261518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claude-sonnet-4-6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456432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456432"/>
            <a:ext cx="411480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4564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Extensión Chrome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380390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V3 — "NexusAI LinkedIn Extractor"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00600" y="3456432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3456432"/>
            <a:ext cx="411480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4564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380390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(Supabase)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Backend: API Endpoints (FastAPI)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15568"/>
            <a:ext cx="731520" cy="4023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1556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34440" y="9875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/api/health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33502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sistema — responde {status: ok}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901952"/>
            <a:ext cx="841248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103120"/>
            <a:ext cx="731520" cy="4023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10312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34440" y="19751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/api/generate-message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32257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mensaje B2B personalizado con Claude IA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889504"/>
            <a:ext cx="841248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090672"/>
            <a:ext cx="731520" cy="4023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09067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34440" y="296265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/api/scrape-url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31012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 título y texto de cualquier URL con Playwright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877056"/>
            <a:ext cx="841248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4078224"/>
            <a:ext cx="731520" cy="4023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07822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34440" y="39502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/api/scrape-profile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42976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Scrapeo autenticado de perfiles LinkedIn (cookie li_at)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CORS configurado para comunicación segura con el frontend en localhost:3000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Extensión Chrome: NexusAI Extractor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128016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78992"/>
            <a:ext cx="64008" cy="6217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3385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y versión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3898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"NexusAI — LinkedIn Extractor" · Manifest V3 · v1.0.0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828800"/>
            <a:ext cx="64008" cy="6217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8836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213969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activeTab · scripting · host_permissions: *://*.linkedin.com/*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78608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578608"/>
            <a:ext cx="64008" cy="6217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6334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principal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28895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 datos del perfil LinkedIn activo con un solo clic desde el popup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328416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328416"/>
            <a:ext cx="64008" cy="6217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3832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IA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36393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Envía perfil al backend FastAPI → Claude genera mensaje B2B personalizado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078224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078224"/>
            <a:ext cx="64008" cy="6217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1330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futuro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" y="43891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 automática de cookie de sesión (li_at) con un clic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Estrategia Anti-Ban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 PARA LA SUPERVIVENCIA DE LAS CUENTAS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B1F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411480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9844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15568" y="12801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Proxies Residenciales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755648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fija del mismo país que el usuario. Si opera desde México, el bot usa IP de México.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11480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B1F1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188720"/>
            <a:ext cx="411480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29844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04688" y="12801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Calentamiento Gradual (Warm-up)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755648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nuevas escalan actividad progresivamente: 10 lunes, 15 martes...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06040"/>
            <a:ext cx="411480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B1F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606040"/>
            <a:ext cx="411480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71576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15568" y="26974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 Duros Globales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3172968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Máx. ~100-150 conexiones/semana. El sistema bloquea configuraciones peligrosas.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606040"/>
            <a:ext cx="411480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B1F1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606040"/>
            <a:ext cx="411480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71576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04688" y="26974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 Humano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3172968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Retrasos aleatorios 3-8 segundos entre clics. Sin movimientos lineales robóticos.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331720" y="4023360"/>
            <a:ext cx="411480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B1F1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31720" y="4023360"/>
            <a:ext cx="411480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68880" y="413308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081528" y="41148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playwright-stealth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468880" y="4590288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Evasión de detección AutomationControlled. User-Agent real. Modo stealth activo.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Roadmap: 3 Fases de Autenticación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128016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2743200"/>
            <a:ext cx="5760720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2423160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097280"/>
            <a:ext cx="27432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2252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MVP ACTUAL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149961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Manual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6928" y="1828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manual de cookie li_at. Objetivo: validar modelo de scraping e IA rápidamente.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664208" y="2331720"/>
            <a:ext cx="54864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127248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27248"/>
            <a:ext cx="64008" cy="1645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264408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Prioridad: validar rápido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 fricción técnica inicial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Riesgo mínimo de implementación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60520" y="242316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6052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246120" y="109728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46120" y="1097280"/>
            <a:ext cx="27432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55848" y="12252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MEJORA UX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55848" y="149961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Extensión Chrome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355848" y="1828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 con un clic. El usuario instala la extensión y la cookie se inyecta de forma invisible.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53128" y="2331720"/>
            <a:ext cx="54864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46120" y="3127248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46120" y="3127248"/>
            <a:ext cx="64008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9000" y="3264408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Mejor UX para el usuario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Extensión Chrome Manifest V3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Sincronización transparente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949440" y="2423160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035040" y="109728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1097280"/>
            <a:ext cx="27432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44768" y="12252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ESCALABILIDAD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44768" y="149961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Directo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144768" y="1828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 Dripify: correo + contraseña. Proxies residenciales avanzados + resolución automática CAPTCHA/2FA.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242048" y="2331720"/>
            <a:ext cx="54864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127248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35040" y="3127248"/>
            <a:ext cx="64008" cy="1645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3264408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Máxima escalabilidad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Proxies residenciales dedicados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Resolución automática CAPTCHA/2FA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Planes y Precios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sorpresas en la facturación. Escala cuando lo necesites.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265176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25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2377440" cy="27432"/>
          </a:xfrm>
          <a:prstGeom prst="rect">
            <a:avLst/>
          </a:prstGeom>
          <a:solidFill>
            <a:srgbClr val="2D3F5C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044952"/>
            <a:ext cx="201168" cy="20116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29718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usuario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483864"/>
            <a:ext cx="201168" cy="20116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34107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publicaciones/mes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922776"/>
            <a:ext cx="201168" cy="20116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" y="384962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por email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361688"/>
            <a:ext cx="201168" cy="20116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" y="428853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básico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37560" y="1143000"/>
            <a:ext cx="2651760" cy="3657600"/>
          </a:xfrm>
          <a:prstGeom prst="rect">
            <a:avLst/>
          </a:prstGeom>
          <a:solidFill>
            <a:srgbClr val="2563EB"/>
          </a:solidFill>
          <a:ln w="25400">
            <a:solidFill>
              <a:srgbClr val="60A5FA"/>
            </a:solidFill>
            <a:prstDash val="solid"/>
          </a:ln>
          <a:effectLst>
            <a:outerShdw sx="100000" sy="100000" kx="0" ky="0" algn="bl" rotWithShape="0" blurRad="152400" dist="50800" dir="8100000">
              <a:srgbClr val="2563EB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977640" y="923544"/>
            <a:ext cx="1371600" cy="274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77640" y="9235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POPULAR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74720" y="1325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474720" y="18288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€49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3474720" y="24231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74720" y="2788920"/>
            <a:ext cx="2377440" cy="2743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3044952"/>
            <a:ext cx="201168" cy="20116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76472" y="29718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10 usuarios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474720" y="3483864"/>
            <a:ext cx="201168" cy="20116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76472" y="34107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Publicaciones ilimitadas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474720" y="3922776"/>
            <a:ext cx="201168" cy="20116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76472" y="384962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avanzada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474720" y="4361688"/>
            <a:ext cx="201168" cy="20116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76472" y="428853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Analítica completa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72200" y="1143000"/>
            <a:ext cx="265176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1325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309360" y="18288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medida</a:t>
            </a:r>
            <a:endParaRPr lang="en-US" sz="3600" dirty="0"/>
          </a:p>
        </p:txBody>
      </p:sp>
      <p:sp>
        <p:nvSpPr>
          <p:cNvPr id="36" name="Shape 34"/>
          <p:cNvSpPr/>
          <p:nvPr/>
        </p:nvSpPr>
        <p:spPr>
          <a:xfrm>
            <a:off x="6309360" y="2788920"/>
            <a:ext cx="2377440" cy="27432"/>
          </a:xfrm>
          <a:prstGeom prst="rect">
            <a:avLst/>
          </a:prstGeom>
          <a:solidFill>
            <a:srgbClr val="2D3F5C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09360" y="3044952"/>
            <a:ext cx="201168" cy="20116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11112" y="29718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ilimitados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309360" y="3483864"/>
            <a:ext cx="201168" cy="20116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11112" y="34107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empresarial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309360" y="3922776"/>
            <a:ext cx="201168" cy="20116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11112" y="384962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dedicado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309360" y="4361688"/>
            <a:ext cx="201168" cy="20116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11112" y="428853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personalizado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Estado Actual del Proyecto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109728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78992"/>
            <a:ext cx="64008" cy="1005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66160" y="1152144"/>
            <a:ext cx="822960" cy="256032"/>
          </a:xfrm>
          <a:prstGeom prst="rect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15214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11704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517904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funcional con 7 módulos en Next.js 16 + React 19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1078992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078992"/>
            <a:ext cx="64008" cy="1005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09560" y="1152144"/>
            <a:ext cx="822960" cy="256032"/>
          </a:xfrm>
          <a:prstGeom prst="rect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09560" y="115214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983480" y="11704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1517904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operativo con endpoints de scraping e IA integrados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313432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313432"/>
            <a:ext cx="64008" cy="1005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66160" y="2386584"/>
            <a:ext cx="822960" cy="256032"/>
          </a:xfrm>
          <a:prstGeom prst="rect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238658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40080" y="24048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Extensión Chrome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2752344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lista (Manifest V3) — popup y permisos definidos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2313432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2313432"/>
            <a:ext cx="64008" cy="1005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09560" y="2386584"/>
            <a:ext cx="822960" cy="256032"/>
          </a:xfrm>
          <a:prstGeom prst="rect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09560" y="238658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983480" y="24048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83480" y="2752344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Auth.js con credenciales locales + Google OAuth opcional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547872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547872"/>
            <a:ext cx="64008" cy="1005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66160" y="3621024"/>
            <a:ext cx="822960" cy="256032"/>
          </a:xfrm>
          <a:prstGeom prst="rect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66160" y="362102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40080" y="36393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integrada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" y="3986784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claude-sonnet-4-6 via Anthropic SDK en /api/generate-message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00600" y="3547872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00600" y="3547872"/>
            <a:ext cx="64008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09560" y="3621024"/>
            <a:ext cx="822960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09560" y="362102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983480" y="36393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hito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983480" y="3986784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frontend con backend y habilitar flujos de campañas reales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-457200"/>
            <a:ext cx="4114800" cy="4114800"/>
          </a:xfrm>
          <a:prstGeom prst="ellipse">
            <a:avLst/>
          </a:prstGeom>
          <a:solidFill>
            <a:srgbClr val="2563EB">
              <a:alpha val="1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38BDF8">
              <a:alpha val="8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00584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NexusAI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Prospecta más rápido. Conecta con las personas correctas.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Cierra más negocios.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0" y="3383280"/>
            <a:ext cx="27432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566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en desarrollo activo  ·  Stack moderno  ·  IA de última generación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0" y="4160520"/>
            <a:ext cx="118872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41605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977640" y="4160520"/>
            <a:ext cx="118872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7640" y="41605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94960" y="4160520"/>
            <a:ext cx="118872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41605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NexusAI — Plataforma SaaS B2B con IA</dc:title>
  <dc:subject>PptxGenJS Presentation</dc:subject>
  <dc:creator>NexusAI</dc:creator>
  <cp:lastModifiedBy>NexusAI</cp:lastModifiedBy>
  <cp:revision>1</cp:revision>
  <dcterms:created xsi:type="dcterms:W3CDTF">2026-05-28T06:51:24Z</dcterms:created>
  <dcterms:modified xsi:type="dcterms:W3CDTF">2026-05-28T06:51:24Z</dcterms:modified>
</cp:coreProperties>
</file>